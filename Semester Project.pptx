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F3A67-2496-4B0F-A476-CDAD95DD0D14}" v="5" dt="2025-12-09T16:29:05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89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9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8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0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1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3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3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5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4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8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2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59B336B7-705B-DF7E-CF75-4C6B060D1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1221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5F6AD-05A4-F4E2-E2AC-1B9C4009C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600" dirty="0"/>
              <a:t>Semester Project: Link Checker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EEF48-B32C-C1FF-81FD-ECD4E5BAD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dirty="0"/>
              <a:t>By: Carlos Lucero</a:t>
            </a:r>
          </a:p>
        </p:txBody>
      </p:sp>
    </p:spTree>
    <p:extLst>
      <p:ext uri="{BB962C8B-B14F-4D97-AF65-F5344CB8AC3E}">
        <p14:creationId xmlns:p14="http://schemas.microsoft.com/office/powerpoint/2010/main" val="4213583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BF7C6-8C6E-67D1-64DC-BA342E25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What Does it Do?</a:t>
            </a:r>
            <a:endParaRPr lang="en-US" dirty="0"/>
          </a:p>
        </p:txBody>
      </p:sp>
      <p:pic>
        <p:nvPicPr>
          <p:cNvPr id="24" name="Picture 23" descr="Pen placed on top of a signature line">
            <a:extLst>
              <a:ext uri="{FF2B5EF4-FFF2-40B4-BE49-F238E27FC236}">
                <a16:creationId xmlns:a16="http://schemas.microsoft.com/office/drawing/2014/main" id="{BBF6EF7F-B54C-17CB-3C25-9508094F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51" r="1156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1CE9311-E398-9568-F4FF-6DFD0AC2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/>
              <a:t>Reads URLs from files or accepts manual input from user</a:t>
            </a:r>
          </a:p>
          <a:p>
            <a:r>
              <a:rPr lang="en-US" sz="1800"/>
              <a:t>Uses python request library for status codes and http requests</a:t>
            </a:r>
          </a:p>
          <a:p>
            <a:r>
              <a:rPr lang="en-US" sz="1800"/>
              <a:t>Uses the status codes to give back list of URLs and tells user if they are broken</a:t>
            </a:r>
          </a:p>
          <a:p>
            <a:r>
              <a:rPr lang="en-US" sz="1800"/>
              <a:t>Also gives info about URL status</a:t>
            </a:r>
          </a:p>
        </p:txBody>
      </p:sp>
    </p:spTree>
    <p:extLst>
      <p:ext uri="{BB962C8B-B14F-4D97-AF65-F5344CB8AC3E}">
        <p14:creationId xmlns:p14="http://schemas.microsoft.com/office/powerpoint/2010/main" val="159977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0EFB2-7F52-FB54-B7A5-AF194219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6BC39-FC34-4401-B29E-4C3D0B053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dirty="0"/>
              <a:t>Uses requests library to get status code</a:t>
            </a:r>
          </a:p>
          <a:p>
            <a:r>
              <a:rPr lang="en-US" sz="1800" dirty="0"/>
              <a:t>Uses status code to determine if link is broken</a:t>
            </a:r>
          </a:p>
          <a:p>
            <a:r>
              <a:rPr lang="en-US" sz="1800" dirty="0"/>
              <a:t>Http status codes:</a:t>
            </a:r>
          </a:p>
          <a:p>
            <a:r>
              <a:rPr lang="en-US" sz="1800" dirty="0"/>
              <a:t>1xx: Informational, doesn’t indicate broken link</a:t>
            </a:r>
          </a:p>
          <a:p>
            <a:r>
              <a:rPr lang="en-US" sz="1800" dirty="0"/>
              <a:t>2xx: Successful, Link is working</a:t>
            </a:r>
          </a:p>
          <a:p>
            <a:r>
              <a:rPr lang="en-US" sz="1800" dirty="0"/>
              <a:t>3xx: Redirection, Link is outdated</a:t>
            </a:r>
          </a:p>
          <a:p>
            <a:r>
              <a:rPr lang="en-US" sz="1800" dirty="0"/>
              <a:t>4xx: Client error, Link is broken on user side</a:t>
            </a:r>
          </a:p>
          <a:p>
            <a:r>
              <a:rPr lang="en-US" sz="1800" dirty="0"/>
              <a:t>5xx: Server error, Link is broken on server side</a:t>
            </a:r>
          </a:p>
        </p:txBody>
      </p:sp>
      <p:pic>
        <p:nvPicPr>
          <p:cNvPr id="12" name="Picture 11" descr="Programming data on computer monitor">
            <a:extLst>
              <a:ext uri="{FF2B5EF4-FFF2-40B4-BE49-F238E27FC236}">
                <a16:creationId xmlns:a16="http://schemas.microsoft.com/office/drawing/2014/main" id="{C24E2CC6-A659-CBE7-6156-8FDDFB180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87" r="2144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3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B0952-7902-6DBB-1BD9-CE0C479F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URL object: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5FEF-3337-D9F3-BE17-8E957903D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Encapsulates all the URL data in URL object</a:t>
            </a:r>
          </a:p>
          <a:p>
            <a:r>
              <a:rPr lang="en-US" sz="1800"/>
              <a:t>Handles request logic in initialization of object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3A2B4EA-45A3-80C1-F093-FD420D47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2024284"/>
            <a:ext cx="5837780" cy="28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5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D17F2-8B4A-047A-34F9-F47AC65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Status Code Match Case:</a:t>
            </a:r>
          </a:p>
        </p:txBody>
      </p:sp>
      <p:pic>
        <p:nvPicPr>
          <p:cNvPr id="6" name="Picture 5" descr="A screenshot of a computer screen">
            <a:extLst>
              <a:ext uri="{FF2B5EF4-FFF2-40B4-BE49-F238E27FC236}">
                <a16:creationId xmlns:a16="http://schemas.microsoft.com/office/drawing/2014/main" id="{F1A0F583-8C72-1DFC-5DC9-EE22F0E3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" r="-1" b="1155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74B3-2D25-0CFE-B089-EEA8A56AA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r>
              <a:rPr lang="en-US" sz="1800"/>
              <a:t>Since status codes are a pattern, I used a match case</a:t>
            </a:r>
          </a:p>
          <a:p>
            <a:r>
              <a:rPr lang="en-US" sz="1800"/>
              <a:t>Not all status codes mean a link is broken</a:t>
            </a:r>
          </a:p>
        </p:txBody>
      </p:sp>
    </p:spTree>
    <p:extLst>
      <p:ext uri="{BB962C8B-B14F-4D97-AF65-F5344CB8AC3E}">
        <p14:creationId xmlns:p14="http://schemas.microsoft.com/office/powerpoint/2010/main" val="236440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-up of a yellow clock">
            <a:extLst>
              <a:ext uri="{FF2B5EF4-FFF2-40B4-BE49-F238E27FC236}">
                <a16:creationId xmlns:a16="http://schemas.microsoft.com/office/drawing/2014/main" id="{1EDBC381-78D4-1828-FF57-9C3BAAB83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45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EC02B-F797-906D-C350-EE4682D1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506" y="3991500"/>
            <a:ext cx="8837546" cy="1870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1750930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7ba8b8-968f-4d2e-93ba-553f886085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1F914A3807D846BCB6C3E0AB5128AC" ma:contentTypeVersion="15" ma:contentTypeDescription="Create a new document." ma:contentTypeScope="" ma:versionID="74b8ac8315155ce50fb2968b2228719a">
  <xsd:schema xmlns:xsd="http://www.w3.org/2001/XMLSchema" xmlns:xs="http://www.w3.org/2001/XMLSchema" xmlns:p="http://schemas.microsoft.com/office/2006/metadata/properties" xmlns:ns3="177ba8b8-968f-4d2e-93ba-553f88608506" xmlns:ns4="77b61907-dbc9-4691-b975-b19ea13b8367" targetNamespace="http://schemas.microsoft.com/office/2006/metadata/properties" ma:root="true" ma:fieldsID="7784781bf4539c23d1e8c91dd2819cb7" ns3:_="" ns4:_="">
    <xsd:import namespace="177ba8b8-968f-4d2e-93ba-553f88608506"/>
    <xsd:import namespace="77b61907-dbc9-4691-b975-b19ea13b83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ba8b8-968f-4d2e-93ba-553f88608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61907-dbc9-4691-b975-b19ea13b836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CAB06D-7B31-475E-880F-8032DE1C0832}">
  <ds:schemaRefs>
    <ds:schemaRef ds:uri="77b61907-dbc9-4691-b975-b19ea13b8367"/>
    <ds:schemaRef ds:uri="http://schemas.microsoft.com/office/2006/documentManagement/types"/>
    <ds:schemaRef ds:uri="http://www.w3.org/XML/1998/namespace"/>
    <ds:schemaRef ds:uri="http://purl.org/dc/elements/1.1/"/>
    <ds:schemaRef ds:uri="177ba8b8-968f-4d2e-93ba-553f88608506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5292590-AB70-492F-92B9-60CC8B5B90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42E143-2172-4B14-B313-EABF8E1D40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7ba8b8-968f-4d2e-93ba-553f88608506"/>
    <ds:schemaRef ds:uri="77b61907-dbc9-4691-b975-b19ea13b83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172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Semester Project: Link Checker</vt:lpstr>
      <vt:lpstr>What Does it Do?</vt:lpstr>
      <vt:lpstr>How Does it Work?</vt:lpstr>
      <vt:lpstr>URL object:</vt:lpstr>
      <vt:lpstr>Status Code Match Case: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Lucero Ortega</dc:creator>
  <cp:lastModifiedBy>Carlos Lucero Ortega</cp:lastModifiedBy>
  <cp:revision>2</cp:revision>
  <dcterms:created xsi:type="dcterms:W3CDTF">2025-12-09T07:48:08Z</dcterms:created>
  <dcterms:modified xsi:type="dcterms:W3CDTF">2025-12-09T16:33:01Z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0x0101001F1F914A3807D846BCB6C3E0AB5128AC</vt:lpwstr>
  </property>
</Properties>
</file>